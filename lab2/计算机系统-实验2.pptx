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13" d="100"/>
          <a:sy n="113" d="100"/>
        </p:scale>
        <p:origin x="474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计算机系统</a:t>
            </a:r>
            <a:r>
              <a:rPr lang="en-US" altLang="zh-CN" dirty="0"/>
              <a:t>——</a:t>
            </a:r>
            <a:r>
              <a:rPr lang="zh-CN" altLang="en-US" dirty="0"/>
              <a:t>实验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二进制炸弹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2  </a:t>
            </a:r>
            <a:r>
              <a:rPr lang="zh-CN" altLang="en-US" dirty="0"/>
              <a:t>二进制炸弹实验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2" y="1196753"/>
            <a:ext cx="8964488" cy="4525963"/>
          </a:xfrm>
        </p:spPr>
        <p:txBody>
          <a:bodyPr/>
          <a:lstStyle/>
          <a:p>
            <a:r>
              <a:rPr lang="zh-CN" altLang="zh-CN" dirty="0"/>
              <a:t>请使用</a:t>
            </a:r>
            <a:r>
              <a:rPr lang="en-US" altLang="zh-CN" dirty="0"/>
              <a:t>gdb</a:t>
            </a:r>
            <a:r>
              <a:rPr lang="zh-CN" altLang="zh-CN" dirty="0"/>
              <a:t>工具，反汇编</a:t>
            </a:r>
            <a:r>
              <a:rPr lang="en-US" altLang="zh-CN" dirty="0"/>
              <a:t>bomb_linux</a:t>
            </a:r>
            <a:r>
              <a:rPr lang="zh-CN" altLang="zh-CN" dirty="0"/>
              <a:t>，并调试该程序</a:t>
            </a:r>
            <a:endParaRPr lang="en-US" altLang="zh-CN" dirty="0"/>
          </a:p>
          <a:p>
            <a:r>
              <a:rPr lang="zh-CN" altLang="en-US" dirty="0">
                <a:sym typeface="Wingdings" panose="05000000000000000000" pitchFamily="2" charset="2"/>
              </a:rPr>
              <a:t>密码不对，炸弹就会爆炸。请重试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找到所有的密码，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不允许修改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bomb_linux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文件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2  </a:t>
            </a:r>
            <a:r>
              <a:rPr lang="zh-CN" altLang="en-US" dirty="0"/>
              <a:t>二进制炸弹实验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zh-CN" dirty="0"/>
              <a:t>bomb</a:t>
            </a:r>
            <a:r>
              <a:rPr lang="zh-CN" altLang="en-US" dirty="0"/>
              <a:t>的逻辑：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main()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/*</a:t>
            </a:r>
            <a:r>
              <a:rPr lang="zh-CN" altLang="en-US" dirty="0"/>
              <a:t>依据学号，初始化一个随机数发生器*</a:t>
            </a:r>
            <a:r>
              <a:rPr lang="en-US" altLang="zh-CN" dirty="0"/>
              <a:t>/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en-US" altLang="zh-CN" dirty="0" err="1"/>
              <a:t>GenerateRandomNumber</a:t>
            </a:r>
            <a:r>
              <a:rPr lang="en-US" altLang="zh-CN" dirty="0"/>
              <a:t>(0);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input = </a:t>
            </a:r>
            <a:r>
              <a:rPr lang="en-US" altLang="zh-CN" dirty="0" err="1"/>
              <a:t>read_line</a:t>
            </a:r>
            <a:r>
              <a:rPr lang="en-US" altLang="zh-CN" dirty="0"/>
              <a:t>();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phase_1(input);	// </a:t>
            </a:r>
            <a:r>
              <a:rPr lang="zh-CN" altLang="en-US" dirty="0"/>
              <a:t>随机字符串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input = </a:t>
            </a:r>
            <a:r>
              <a:rPr lang="en-US" altLang="zh-CN" dirty="0" err="1"/>
              <a:t>read_line</a:t>
            </a:r>
            <a:r>
              <a:rPr lang="en-US" altLang="zh-CN" dirty="0"/>
              <a:t>();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phase_2(input);  // </a:t>
            </a:r>
            <a:r>
              <a:rPr lang="zh-CN" altLang="en-US" dirty="0"/>
              <a:t>随机选择一种密码规则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input = </a:t>
            </a:r>
            <a:r>
              <a:rPr lang="en-US" altLang="zh-CN" dirty="0" err="1"/>
              <a:t>read_line</a:t>
            </a:r>
            <a:r>
              <a:rPr lang="en-US" altLang="zh-CN" dirty="0"/>
              <a:t>();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phase_3(input); // </a:t>
            </a:r>
            <a:r>
              <a:rPr lang="zh-CN" altLang="en-US" dirty="0"/>
              <a:t>随机选择一种密码规则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input = </a:t>
            </a:r>
            <a:r>
              <a:rPr lang="en-US" altLang="zh-CN" dirty="0" err="1"/>
              <a:t>read_line</a:t>
            </a:r>
            <a:r>
              <a:rPr lang="en-US" altLang="zh-CN" dirty="0"/>
              <a:t>();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phase_4(input); // </a:t>
            </a:r>
            <a:r>
              <a:rPr lang="zh-CN" altLang="en-US" dirty="0"/>
              <a:t>随机选择一种密码规则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提示：</a:t>
            </a:r>
            <a:r>
              <a:rPr lang="en-US" altLang="zh-CN" dirty="0" err="1">
                <a:solidFill>
                  <a:srgbClr val="FF0000"/>
                </a:solidFill>
              </a:rPr>
              <a:t>read_six_numbers</a:t>
            </a:r>
            <a:r>
              <a:rPr lang="zh-CN" altLang="en-US" dirty="0">
                <a:solidFill>
                  <a:srgbClr val="FF0000"/>
                </a:solidFill>
              </a:rPr>
              <a:t>函数，将会读入</a:t>
            </a:r>
            <a:r>
              <a:rPr lang="en-US" altLang="zh-CN" dirty="0">
                <a:solidFill>
                  <a:srgbClr val="FF0000"/>
                </a:solidFill>
              </a:rPr>
              <a:t>6</a:t>
            </a:r>
            <a:r>
              <a:rPr lang="zh-CN" altLang="en-US" dirty="0">
                <a:solidFill>
                  <a:srgbClr val="FF0000"/>
                </a:solidFill>
              </a:rPr>
              <a:t>个数字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2  </a:t>
            </a:r>
            <a:r>
              <a:rPr lang="zh-CN" altLang="en-US" dirty="0"/>
              <a:t>二进制炸弹实验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/>
              <a:t>检查方式</a:t>
            </a:r>
            <a:endParaRPr lang="en-US" altLang="zh-CN" dirty="0"/>
          </a:p>
          <a:p>
            <a:pPr lvl="1"/>
            <a:r>
              <a:rPr lang="zh-CN" altLang="en-US" dirty="0"/>
              <a:t>将你找到的</a:t>
            </a:r>
            <a:r>
              <a:rPr lang="en-US" altLang="zh-CN" dirty="0"/>
              <a:t>4</a:t>
            </a:r>
            <a:r>
              <a:rPr lang="zh-CN" altLang="en-US" dirty="0"/>
              <a:t>组密码，一个一行，写入一个文件</a:t>
            </a:r>
            <a:r>
              <a:rPr lang="en-US" altLang="zh-CN" dirty="0"/>
              <a:t>bomb_090243.txt</a:t>
            </a:r>
            <a:r>
              <a:rPr lang="zh-CN" altLang="en-US" dirty="0"/>
              <a:t>中（其中</a:t>
            </a:r>
            <a:r>
              <a:rPr lang="en-US" altLang="zh-CN" dirty="0"/>
              <a:t>090243</a:t>
            </a:r>
            <a:r>
              <a:rPr lang="zh-CN" altLang="en-US" dirty="0"/>
              <a:t>是你学号的后面</a:t>
            </a:r>
            <a:r>
              <a:rPr lang="en-US" altLang="zh-CN" dirty="0"/>
              <a:t>6</a:t>
            </a:r>
            <a:r>
              <a:rPr lang="zh-CN" altLang="en-US" dirty="0"/>
              <a:t>位）</a:t>
            </a:r>
            <a:endParaRPr lang="en-US" altLang="zh-CN" dirty="0"/>
          </a:p>
          <a:p>
            <a:pPr lvl="1"/>
            <a:r>
              <a:rPr lang="zh-CN" altLang="en-US" dirty="0"/>
              <a:t>请将</a:t>
            </a:r>
            <a:r>
              <a:rPr lang="en-US" altLang="zh-CN" dirty="0"/>
              <a:t>bomb_090243.txt</a:t>
            </a:r>
            <a:r>
              <a:rPr lang="zh-CN" altLang="en-US" dirty="0"/>
              <a:t>文件提交到</a:t>
            </a:r>
            <a:r>
              <a:rPr lang="en-US" altLang="zh-CN" dirty="0" err="1"/>
              <a:t>educoder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评分：</a:t>
            </a:r>
            <a:endParaRPr lang="en-US" altLang="zh-CN" b="0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分：通过第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关</a:t>
            </a:r>
            <a:endParaRPr lang="en-US" altLang="zh-CN" b="0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70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分：通过第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关</a:t>
            </a:r>
            <a:endParaRPr lang="en-US" altLang="zh-CN" b="0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分：通过第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关</a:t>
            </a:r>
            <a:endParaRPr lang="en-US" altLang="zh-CN" b="0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90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分：通过第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关</a:t>
            </a:r>
            <a:endParaRPr lang="en-US" altLang="zh-CN" b="0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95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分：通过第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关</a:t>
            </a:r>
            <a:endParaRPr lang="en-US" altLang="zh-CN" b="0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分：通过第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关，并“不可能的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不可能的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指令和数据的世界已经混乱”</a:t>
            </a:r>
            <a:endParaRPr lang="en-US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594</Words>
  <Application>WPS 演示</Application>
  <PresentationFormat>宽屏</PresentationFormat>
  <Paragraphs>42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Calibri</vt:lpstr>
      <vt:lpstr>Arial Unicode MS</vt:lpstr>
      <vt:lpstr>Office 主题</vt:lpstr>
      <vt:lpstr>计算机系统——实验2</vt:lpstr>
      <vt:lpstr>实验2  二进制炸弹实验</vt:lpstr>
      <vt:lpstr>实验2  二进制炸弹实验</vt:lpstr>
      <vt:lpstr>实验2  二进制炸弹实验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计算机系统原理——实验1</dc:title>
  <dc:creator>John</dc:creator>
  <cp:lastModifiedBy>mars</cp:lastModifiedBy>
  <cp:revision>36</cp:revision>
  <dcterms:created xsi:type="dcterms:W3CDTF">2015-08-03T13:09:00Z</dcterms:created>
  <dcterms:modified xsi:type="dcterms:W3CDTF">2026-04-07T07:37:17Z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00FE766D27E64F6AA9EA088FCA70EEBC_12</vt:lpwstr>
  </property>
  <property fmtid="{D5CDD505-2E9C-101B-9397-08002B2CF9AE}" pid="3" name="KSOProductBuildVer">
    <vt:lpwstr>2052-12.1.0.25225</vt:lpwstr>
  </property>
</Properties>
</file>